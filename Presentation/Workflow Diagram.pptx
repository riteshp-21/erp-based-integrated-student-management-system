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6D77-E8B4-84B1-096D-595DB1C05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5C312-9356-0A60-EC61-F414E56DF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DEF43-5FDF-B507-1257-87E8F445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FD2D5-F386-90B0-6276-BB8DC905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E1B81-4071-0EB1-A491-A56A5317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96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E635-E838-9D1C-7942-A08F41EE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EE9C6-8928-A63D-9E97-2D086DA98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EB8BC-0D3A-66B7-3E6B-0B6D2912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A662A-2396-FAF8-6B00-FCD2CF07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90780-1777-9ADD-D599-BEA19012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05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C444-AA74-D67B-A93D-6B13DAE2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F2425-9FF8-00DC-2587-7C8E34907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7228-23B2-19E8-1A00-F7480545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8AD39-CB66-0F58-8047-CC53402A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DEA14-81C6-A32D-4018-8AA987C7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15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A41B-28B7-34D7-5F07-91059231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EE61C-FE1F-BA34-63DF-8647279BC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566EB-D5BC-071C-B95C-A09B24CB3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3C1F0-7127-2310-D974-F5F89947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75C9B-D89C-D757-D4DA-1E54C067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C3D83-3866-2A79-7968-CDDD4069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2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BE97-6F5F-0012-849D-6B9DEFCC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CD464-57B4-9E2F-D77F-E4CCB7E2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D6999-9D97-E27A-3A1F-605FF94AA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7EA13-0E99-9281-4E24-C5C096DD9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DB808-B658-B2B9-06CF-409F0CAF7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F1774-74BD-95A2-ABDA-F3EA5265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3AC265-07C5-B68C-0800-4EF983B98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988E0-10A9-90C8-6BBF-152D81A3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2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F7FD-953F-88BB-57E1-E753FB59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38D40-68D3-6058-2B56-6DBE2470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CC920-44FC-E822-1F25-B23F26D1C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4FBF6-AFD7-B47B-4A25-80FD0991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44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421D1-3BF5-1F7F-4EB6-E39EF7E9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0407F-2252-16C2-509E-FBACB6E0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E971B-B0D0-4212-FFBA-900B7615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8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DC89-2460-B760-4E84-373C9433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E6AE-EE24-10F0-67EA-94DF5D587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97574-2707-C518-CA51-B1CD5DC34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65363-11D2-9B99-1D5F-5709FAB2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118CF-BECE-2F3B-A612-02C7E76F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4FC9B-2038-8742-70C5-358A6D43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4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37AB-7B79-1776-B73A-BBB199F8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0D104-60D0-39E1-D608-7BAB5AFB9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E736E-7F81-BE4B-4DD1-152D7077B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428F9-1052-BB1D-3689-570BBB8D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6C018-06DA-4693-ACBC-26F3F5D2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F7FC1-3E41-BD7A-9FC2-B7913443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44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EF5B-9FB7-7CC9-E702-AB9044DE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1AA3E-EC4C-C8D6-8B98-A90CC1994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18955-E4C4-EE62-713E-38D86438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70106-2BC2-083D-773F-F62FCCF1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E1006-B611-324A-5E52-15864819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12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E4FA-A9EA-F4E4-F887-B8D6F0431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B4521-246A-33BE-4629-531C225E6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BFD1A-B82B-E987-AA3F-7F3C931BA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62932-41C2-0129-829B-1DCE5B85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A99F-6C86-E5DB-98E6-7131D2F1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409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7EB519-3C52-285E-7074-D5238392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591F3-116D-B22E-E941-E11453A9F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9F00-CB36-A7AB-1FA9-67728EA9C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501BF-30EC-4851-94F1-F4E61828CB0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AECFD-A90D-CF66-2EAC-51B446BCC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B7618-3343-5237-0FA4-183F3EA17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3DBE4-C92B-4750-8EE9-41405FE3C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03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EE76-1750-9486-F163-74D24B058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FB6DE-FC1D-AB12-5A92-9037E5403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1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5DBFF0-B3B6-4497-5C1C-A680B74D030B}"/>
              </a:ext>
            </a:extLst>
          </p:cNvPr>
          <p:cNvSpPr/>
          <p:nvPr/>
        </p:nvSpPr>
        <p:spPr>
          <a:xfrm>
            <a:off x="4845374" y="202378"/>
            <a:ext cx="1602557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A4398-027B-30F0-FAF9-7BC58B82ADAD}"/>
              </a:ext>
            </a:extLst>
          </p:cNvPr>
          <p:cNvSpPr txBox="1"/>
          <p:nvPr/>
        </p:nvSpPr>
        <p:spPr>
          <a:xfrm>
            <a:off x="4967923" y="185883"/>
            <a:ext cx="135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C017B2-E4D6-5612-9A07-AEB2AD799062}"/>
              </a:ext>
            </a:extLst>
          </p:cNvPr>
          <p:cNvCxnSpPr/>
          <p:nvPr/>
        </p:nvCxnSpPr>
        <p:spPr>
          <a:xfrm>
            <a:off x="5646652" y="571710"/>
            <a:ext cx="0" cy="405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32F5C8-4A14-C055-F6C7-7B30661B71BD}"/>
              </a:ext>
            </a:extLst>
          </p:cNvPr>
          <p:cNvSpPr/>
          <p:nvPr/>
        </p:nvSpPr>
        <p:spPr>
          <a:xfrm>
            <a:off x="3266388" y="977082"/>
            <a:ext cx="4798242" cy="603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5D416D-BECC-B467-0DB6-DF56AFB4A9E8}"/>
              </a:ext>
            </a:extLst>
          </p:cNvPr>
          <p:cNvSpPr txBox="1"/>
          <p:nvPr/>
        </p:nvSpPr>
        <p:spPr>
          <a:xfrm>
            <a:off x="3497344" y="1060216"/>
            <a:ext cx="429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fills Admission Form (Online)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9F14D5-22A8-4173-FD12-3BF43408C45B}"/>
              </a:ext>
            </a:extLst>
          </p:cNvPr>
          <p:cNvCxnSpPr>
            <a:stCxn id="12" idx="2"/>
          </p:cNvCxnSpPr>
          <p:nvPr/>
        </p:nvCxnSpPr>
        <p:spPr>
          <a:xfrm flipH="1">
            <a:off x="5656082" y="1580398"/>
            <a:ext cx="9427" cy="40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0F18BA-45CD-5E25-2F62-091E2FD036EA}"/>
              </a:ext>
            </a:extLst>
          </p:cNvPr>
          <p:cNvSpPr/>
          <p:nvPr/>
        </p:nvSpPr>
        <p:spPr>
          <a:xfrm>
            <a:off x="3388931" y="1987954"/>
            <a:ext cx="4515439" cy="6033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E7875-4D5E-D1A2-9B70-047777E5CCA9}"/>
              </a:ext>
            </a:extLst>
          </p:cNvPr>
          <p:cNvSpPr txBox="1"/>
          <p:nvPr/>
        </p:nvSpPr>
        <p:spPr>
          <a:xfrm>
            <a:off x="3558617" y="1974321"/>
            <a:ext cx="417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Central Student Database</a:t>
            </a:r>
          </a:p>
          <a:p>
            <a:pPr algn="ctr"/>
            <a:r>
              <a:rPr lang="en-US" dirty="0"/>
              <a:t>(One Student = One Unique ID)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5C5D76-FBBF-7A75-A3D5-BDA7AA151BB3}"/>
              </a:ext>
            </a:extLst>
          </p:cNvPr>
          <p:cNvCxnSpPr>
            <a:cxnSpLocks/>
          </p:cNvCxnSpPr>
          <p:nvPr/>
        </p:nvCxnSpPr>
        <p:spPr>
          <a:xfrm flipH="1">
            <a:off x="5665509" y="2564092"/>
            <a:ext cx="1" cy="414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18FA0F-FAEA-17A7-97A0-D34D44F23F8F}"/>
              </a:ext>
            </a:extLst>
          </p:cNvPr>
          <p:cNvCxnSpPr/>
          <p:nvPr/>
        </p:nvCxnSpPr>
        <p:spPr>
          <a:xfrm>
            <a:off x="3497341" y="2997725"/>
            <a:ext cx="4298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ECC75E-BDB4-0C0B-876B-26E0C7D123EF}"/>
              </a:ext>
            </a:extLst>
          </p:cNvPr>
          <p:cNvCxnSpPr/>
          <p:nvPr/>
        </p:nvCxnSpPr>
        <p:spPr>
          <a:xfrm>
            <a:off x="3497341" y="2997725"/>
            <a:ext cx="0" cy="433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36EE31-5E1C-4236-9FA4-914C81952648}"/>
              </a:ext>
            </a:extLst>
          </p:cNvPr>
          <p:cNvCxnSpPr/>
          <p:nvPr/>
        </p:nvCxnSpPr>
        <p:spPr>
          <a:xfrm>
            <a:off x="7795959" y="2997725"/>
            <a:ext cx="0" cy="414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201CB58-C29A-4F21-A9E7-309A8AF492EF}"/>
              </a:ext>
            </a:extLst>
          </p:cNvPr>
          <p:cNvSpPr/>
          <p:nvPr/>
        </p:nvSpPr>
        <p:spPr>
          <a:xfrm>
            <a:off x="2422693" y="3440786"/>
            <a:ext cx="2545230" cy="4336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94CF27-1946-4C40-CCDD-03A0B2DC4433}"/>
              </a:ext>
            </a:extLst>
          </p:cNvPr>
          <p:cNvSpPr txBox="1"/>
          <p:nvPr/>
        </p:nvSpPr>
        <p:spPr>
          <a:xfrm>
            <a:off x="2564878" y="3454049"/>
            <a:ext cx="245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 Payment Module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05DA888-701D-F9FB-5353-32A237FB8108}"/>
              </a:ext>
            </a:extLst>
          </p:cNvPr>
          <p:cNvSpPr/>
          <p:nvPr/>
        </p:nvSpPr>
        <p:spPr>
          <a:xfrm>
            <a:off x="6223256" y="3426648"/>
            <a:ext cx="2736907" cy="433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37F579-B939-4B4E-DD0A-0CECC808E79A}"/>
              </a:ext>
            </a:extLst>
          </p:cNvPr>
          <p:cNvSpPr txBox="1"/>
          <p:nvPr/>
        </p:nvSpPr>
        <p:spPr>
          <a:xfrm>
            <a:off x="6319090" y="3412504"/>
            <a:ext cx="2545237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Hostel Allocation Module</a:t>
            </a:r>
            <a:endParaRPr lang="en-IN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01343-0102-5D65-FC65-43A9692E3CCB}"/>
              </a:ext>
            </a:extLst>
          </p:cNvPr>
          <p:cNvCxnSpPr/>
          <p:nvPr/>
        </p:nvCxnSpPr>
        <p:spPr>
          <a:xfrm>
            <a:off x="3497341" y="3874415"/>
            <a:ext cx="0" cy="367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49822B-5995-A907-6EFB-59BCB3F351D3}"/>
              </a:ext>
            </a:extLst>
          </p:cNvPr>
          <p:cNvCxnSpPr/>
          <p:nvPr/>
        </p:nvCxnSpPr>
        <p:spPr>
          <a:xfrm>
            <a:off x="7795954" y="3874415"/>
            <a:ext cx="0" cy="367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BCCE33-C82B-1EA5-4F49-06ECE30BE394}"/>
              </a:ext>
            </a:extLst>
          </p:cNvPr>
          <p:cNvCxnSpPr/>
          <p:nvPr/>
        </p:nvCxnSpPr>
        <p:spPr>
          <a:xfrm>
            <a:off x="3497341" y="4242066"/>
            <a:ext cx="4298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8EEDB8-D805-168F-E9E0-194F3D86F9EC}"/>
              </a:ext>
            </a:extLst>
          </p:cNvPr>
          <p:cNvCxnSpPr/>
          <p:nvPr/>
        </p:nvCxnSpPr>
        <p:spPr>
          <a:xfrm>
            <a:off x="5670220" y="4242066"/>
            <a:ext cx="0" cy="367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12A465-879E-4030-7638-9CB45F466451}"/>
              </a:ext>
            </a:extLst>
          </p:cNvPr>
          <p:cNvSpPr/>
          <p:nvPr/>
        </p:nvSpPr>
        <p:spPr>
          <a:xfrm>
            <a:off x="4180787" y="4631881"/>
            <a:ext cx="2969443" cy="452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554D72-C7DA-30B2-A3CE-D77535FB8B4E}"/>
              </a:ext>
            </a:extLst>
          </p:cNvPr>
          <p:cNvSpPr txBox="1"/>
          <p:nvPr/>
        </p:nvSpPr>
        <p:spPr>
          <a:xfrm>
            <a:off x="4293911" y="4645166"/>
            <a:ext cx="2743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Examination Module</a:t>
            </a:r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7958F8-E550-82EA-AD57-5430319EB1B5}"/>
              </a:ext>
            </a:extLst>
          </p:cNvPr>
          <p:cNvCxnSpPr>
            <a:stCxn id="39" idx="2"/>
          </p:cNvCxnSpPr>
          <p:nvPr/>
        </p:nvCxnSpPr>
        <p:spPr>
          <a:xfrm>
            <a:off x="5665509" y="5014498"/>
            <a:ext cx="0" cy="34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34BC3ED-4DA9-6130-355A-AFA5745E4D71}"/>
              </a:ext>
            </a:extLst>
          </p:cNvPr>
          <p:cNvSpPr/>
          <p:nvPr/>
        </p:nvSpPr>
        <p:spPr>
          <a:xfrm>
            <a:off x="4440025" y="5383830"/>
            <a:ext cx="2597082" cy="452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6A9614-BB60-5165-4C6A-03410918B023}"/>
              </a:ext>
            </a:extLst>
          </p:cNvPr>
          <p:cNvSpPr txBox="1"/>
          <p:nvPr/>
        </p:nvSpPr>
        <p:spPr>
          <a:xfrm>
            <a:off x="4482439" y="5403788"/>
            <a:ext cx="232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Admin Dashboard</a:t>
            </a:r>
            <a:endParaRPr lang="en-IN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93A7BA-E093-B45D-CB1E-297838B963F9}"/>
              </a:ext>
            </a:extLst>
          </p:cNvPr>
          <p:cNvCxnSpPr>
            <a:stCxn id="43" idx="2"/>
          </p:cNvCxnSpPr>
          <p:nvPr/>
        </p:nvCxnSpPr>
        <p:spPr>
          <a:xfrm>
            <a:off x="5646650" y="5773120"/>
            <a:ext cx="18858" cy="354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2901427-EEBC-3CFE-1BBD-CCC8879846E9}"/>
              </a:ext>
            </a:extLst>
          </p:cNvPr>
          <p:cNvSpPr/>
          <p:nvPr/>
        </p:nvSpPr>
        <p:spPr>
          <a:xfrm>
            <a:off x="4837512" y="6135779"/>
            <a:ext cx="1602557" cy="452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1AAEAC-2B78-3A16-AFDE-B0C07732F425}"/>
              </a:ext>
            </a:extLst>
          </p:cNvPr>
          <p:cNvSpPr txBox="1"/>
          <p:nvPr/>
        </p:nvSpPr>
        <p:spPr>
          <a:xfrm>
            <a:off x="5015840" y="6202837"/>
            <a:ext cx="120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98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2026-02-06T13:53:17Z</dcterms:created>
  <dcterms:modified xsi:type="dcterms:W3CDTF">2026-02-06T13:53:31Z</dcterms:modified>
</cp:coreProperties>
</file>